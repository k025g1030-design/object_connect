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87de9159664091" /><Relationship Type="http://schemas.openxmlformats.org/officeDocument/2006/relationships/extended-properties" Target="/docProps/app.xml" Id="R33ab16a1b5594db1" /><Relationship Type="http://schemas.openxmlformats.org/officeDocument/2006/relationships/officeDocument" Target="/ppt/presentation.xml" Id="R0a7df18844e0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55a32dc63040e4"/>
  </p:sldMasterIdLst>
  <p:notesMasterIdLst>
    <p:notesMasterId xmlns:r="http://schemas.openxmlformats.org/officeDocument/2006/relationships" r:id="R7010cb3b7c7c45d8"/>
  </p:notesMasterIdLst>
  <p:sldIdLst>
    <p:sldId xmlns:r="http://schemas.openxmlformats.org/officeDocument/2006/relationships" id="256" r:id="R42165941e37e4b73"/>
    <p:sldId xmlns:r="http://schemas.openxmlformats.org/officeDocument/2006/relationships" id="257" r:id="Rfb511c511c664067"/>
    <p:sldId xmlns:r="http://schemas.openxmlformats.org/officeDocument/2006/relationships" id="258" r:id="R903f654b7c36410a"/>
    <p:sldId xmlns:r="http://schemas.openxmlformats.org/officeDocument/2006/relationships" id="259" r:id="Re13abcda473640dc"/>
    <p:sldId xmlns:r="http://schemas.openxmlformats.org/officeDocument/2006/relationships" id="260" r:id="Re2383c863c984b1d"/>
    <p:sldId xmlns:r="http://schemas.openxmlformats.org/officeDocument/2006/relationships" id="261" r:id="R476f075668f743dd"/>
    <p:sldId xmlns:r="http://schemas.openxmlformats.org/officeDocument/2006/relationships" id="262" r:id="Rfbedadcf1a064981"/>
    <p:sldId xmlns:r="http://schemas.openxmlformats.org/officeDocument/2006/relationships" id="263" r:id="R318ada0eeea944e1"/>
    <p:sldId xmlns:r="http://schemas.openxmlformats.org/officeDocument/2006/relationships" id="264" r:id="Rb20add41a6d04de4"/>
    <p:sldId xmlns:r="http://schemas.openxmlformats.org/officeDocument/2006/relationships" id="265" r:id="R6eae430790fd4e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7fed2aa220455c" /><Relationship Type="http://schemas.openxmlformats.org/officeDocument/2006/relationships/slideMaster" Target="/ppt/slideMasters/slideMaster1.xml" Id="Re055a32dc63040e4" /><Relationship Type="http://schemas.openxmlformats.org/officeDocument/2006/relationships/notesMaster" Target="/ppt/notesMasters/notesMaster1.xml" Id="R7010cb3b7c7c45d8" /><Relationship Type="http://schemas.openxmlformats.org/officeDocument/2006/relationships/presProps" Target="/ppt/presProps.xml" Id="Rcdc5749085be4158" /><Relationship Type="http://schemas.openxmlformats.org/officeDocument/2006/relationships/tableStyles" Target="/ppt/tableStyles.xml" Id="Rf27e92456d754696" /><Relationship Type="http://schemas.openxmlformats.org/officeDocument/2006/relationships/slide" Target="/ppt/slides/slide1.xml" Id="R42165941e37e4b73" /><Relationship Type="http://schemas.openxmlformats.org/officeDocument/2006/relationships/slide" Target="/ppt/slides/slide2.xml" Id="Rfb511c511c664067" /><Relationship Type="http://schemas.openxmlformats.org/officeDocument/2006/relationships/slide" Target="/ppt/slides/slide3.xml" Id="R903f654b7c36410a" /><Relationship Type="http://schemas.openxmlformats.org/officeDocument/2006/relationships/slide" Target="/ppt/slides/slide4.xml" Id="Re13abcda473640dc" /><Relationship Type="http://schemas.openxmlformats.org/officeDocument/2006/relationships/slide" Target="/ppt/slides/slide5.xml" Id="Re2383c863c984b1d" /><Relationship Type="http://schemas.openxmlformats.org/officeDocument/2006/relationships/slide" Target="/ppt/slides/slide6.xml" Id="R476f075668f743dd" /><Relationship Type="http://schemas.openxmlformats.org/officeDocument/2006/relationships/slide" Target="/ppt/slides/slide7.xml" Id="Rfbedadcf1a064981" /><Relationship Type="http://schemas.openxmlformats.org/officeDocument/2006/relationships/slide" Target="/ppt/slides/slide8.xml" Id="R318ada0eeea944e1" /><Relationship Type="http://schemas.openxmlformats.org/officeDocument/2006/relationships/slide" Target="/ppt/slides/slide9.xml" Id="Rb20add41a6d04de4" /><Relationship Type="http://schemas.openxmlformats.org/officeDocument/2006/relationships/slide" Target="/ppt/slides/slide10.xml" Id="R6eae430790fd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ee84f1d8a4d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8c615d7ba4f6b" /><Relationship Type="http://schemas.openxmlformats.org/officeDocument/2006/relationships/notesMaster" Target="/ppt/notesMasters/notesMaster1.xml" Id="Rd5df1e34d2334c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7966e57f734fe4" /><Relationship Type="http://schemas.openxmlformats.org/officeDocument/2006/relationships/notesMaster" Target="/ppt/notesMasters/notesMaster1.xml" Id="R01d17228838d47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44a0e3b22e4a7e" /><Relationship Type="http://schemas.openxmlformats.org/officeDocument/2006/relationships/notesMaster" Target="/ppt/notesMasters/notesMaster1.xml" Id="R249521f0373449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482bb3f69b4c2b" /><Relationship Type="http://schemas.openxmlformats.org/officeDocument/2006/relationships/notesMaster" Target="/ppt/notesMasters/notesMaster1.xml" Id="R4f62fb678dd3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fea64a42b743fa" /><Relationship Type="http://schemas.openxmlformats.org/officeDocument/2006/relationships/notesMaster" Target="/ppt/notesMasters/notesMaster1.xml" Id="Rcc367d1976d546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4534f2ffb47fa" /><Relationship Type="http://schemas.openxmlformats.org/officeDocument/2006/relationships/notesMaster" Target="/ppt/notesMasters/notesMaster1.xml" Id="Rdfb7718218f445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10bb2e99624c65" /><Relationship Type="http://schemas.openxmlformats.org/officeDocument/2006/relationships/notesMaster" Target="/ppt/notesMasters/notesMaster1.xml" Id="R789f642bf3d448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6af3ff3cb646a1" /><Relationship Type="http://schemas.openxmlformats.org/officeDocument/2006/relationships/notesMaster" Target="/ppt/notesMasters/notesMaster1.xml" Id="R1b967f5261ed4b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418810f8894b02" /><Relationship Type="http://schemas.openxmlformats.org/officeDocument/2006/relationships/notesMaster" Target="/ppt/notesMasters/notesMaster1.xml" Id="Rdb0f59e04a9948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9ddfe7aa7648c8" /><Relationship Type="http://schemas.openxmlformats.org/officeDocument/2006/relationships/notesMaster" Target="/ppt/notesMasters/notesMaster1.xml" Id="Rc7996d483ada42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この資料のゴールは、新人の方がCSVからゲームまでの流れを説明できるようになることです。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この流れが資料全体の地図です。後のページは、この一連の流れを少しずつ詳しくします。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D:/code/Source/Object_Connect/src/ObjectConnect/Game/Game.cpp</a:t>
            </a:r>
          </a:p>
          <a:p xmlns:a="http://schemas.openxmlformats.org/drawingml/2006/main">
            <a:r>
              <a:t>- D:/code/Source/Object_Connect/include/ObjectConnect/Puzzle/PuzzleBoard.hpp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新人の方には、まずCoreとRuntimeの境目を覚えてもらいます。描画の変更でPuzzleBoardを書き換えないことが大切です。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D:/code/Source/Object_Connect/CMakeLists.txt</a:t>
            </a:r>
          </a:p>
          <a:p xmlns:a="http://schemas.openxmlformats.org/drawingml/2006/main">
            <a:r>
              <a:t>- D:/code/Source/Object_Connect/include/ObjectConnect/Puzzle/PuzzleBoard.hpp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levelsはレベル全体、nodesは再利用するひな形、mapは配置です。mapに接続や正解ルートはありません。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D:/code/Source/Object_Connect/NoviceResources/data/levels.csv</a:t>
            </a:r>
          </a:p>
          <a:p xmlns:a="http://schemas.openxmlformats.org/drawingml/2006/main">
            <a:r>
              <a:t>- D:/code/Source/Object_Connect/NoviceResources/data/nodes.csv</a:t>
            </a:r>
          </a:p>
          <a:p xmlns:a="http://schemas.openxmlformats.org/drawingml/2006/main">
            <a:r>
              <a:t>- D:/code/Source/Object_Connect/NoviceResources/data/maps/first_link.csv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presetを指定したmapの空欄は、削除ではなく引き継ぎです。presetの名前や画像を消したい場合は、空のpresetか、presetを指定しないノードを使います。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D:/code/Source/Object_Connect/src/ObjectConnect/Data/PuzzleCatalogLoader.cpp</a:t>
            </a:r>
          </a:p>
          <a:p xmlns:a="http://schemas.openxmlformats.org/drawingml/2006/main">
            <a:r>
              <a:t>- D:/code/Source/Object_Connect/README.md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器官名とルール種別を分けることで、同じ器官を複数置けます。rootやendも複数置けます。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D:/code/Source/Object_Connect/include/ObjectConnect/Data/PuzzleData.hpp</a:t>
            </a:r>
          </a:p>
          <a:p xmlns:a="http://schemas.openxmlformats.org/drawingml/2006/main">
            <a:r>
              <a:t>- D:/code/Source/Object_Connect/src/ObjectConnect/Puzzle/PuzzleBoard.cpp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複数のrootはすべて最初から有効です。有効になったfollowは、残っているoutgoing回数だけ接続元として使えます。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D:/code/Source/Object_Connect/src/ObjectConnect/Puzzle/PuzzleBoard.cpp</a:t>
            </a:r>
          </a:p>
          <a:p xmlns:a="http://schemas.openxmlformats.org/drawingml/2006/main">
            <a:r>
              <a:t>- D:/code/Source/Object_Connect/tests/Puzzle/PuzzleBoardTests.cpp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長さの合計を守ることがPuzzleBoardの大切な役目です。失敗して線が戻り終わると、仮の線に使っていた長さは両方へ戻ります。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D:/code/Source/Object_Connect/src/ObjectConnect/Puzzle/PuzzleBoard.cpp</a:t>
            </a:r>
          </a:p>
          <a:p xmlns:a="http://schemas.openxmlformats.org/drawingml/2006/main">
            <a:r>
              <a:t>- D:/code/Source/Object_Connect/tests/Puzzle/PuzzleBoardTests.cpp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失敗した線は約0.22秒で戻ります。DEADは線の先端と確定前の判定を守りますが、Verletの中間粒子には押し戻し処理がありません。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D:/code/Source/Object_Connect/src/ObjectConnect/Puzzle/PuzzleBoard.cpp</a:t>
            </a:r>
          </a:p>
          <a:p xmlns:a="http://schemas.openxmlformats.org/drawingml/2006/main">
            <a:r>
              <a:t>- D:/code/Source/Object_Connect/src/ObjectConnect/Tentacle/BloodTentacle.cpp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最後は新人の方がすぐ動ける状態で終わります。最初の課題には、既存のmapにfollowノードを追加する作業が向いています。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D:/code/Source/Object_Connect/README.md</a:t>
            </a:r>
          </a:p>
          <a:p xmlns:a="http://schemas.openxmlformats.org/drawingml/2006/main">
            <a:r>
              <a:t>- D:/code/Source/Object_Connect/Build.ps1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c43123bf344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2244f571694c7f" /><Relationship Type="http://schemas.openxmlformats.org/officeDocument/2006/relationships/slideLayout" Target="/ppt/slideLayouts/slideLayout1.xml" Id="R7d3558dfe2164a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558dfe2164a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52da601f94518" /><Relationship Type="http://schemas.openxmlformats.org/officeDocument/2006/relationships/notesSlide" Target="/ppt/notesSlides/notesSlide1.xml" Id="R04577266ef9d41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043e253a34a7f" /><Relationship Type="http://schemas.openxmlformats.org/officeDocument/2006/relationships/notesSlide" Target="/ppt/notesSlides/notesSlide2.xml" Id="R9ba90b3c7e3a4e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c60be9f1049a9" /><Relationship Type="http://schemas.openxmlformats.org/officeDocument/2006/relationships/notesSlide" Target="/ppt/notesSlides/notesSlide3.xml" Id="R6aa6cf16a224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864a6adcd47f1" /><Relationship Type="http://schemas.openxmlformats.org/officeDocument/2006/relationships/notesSlide" Target="/ppt/notesSlides/notesSlide4.xml" Id="R4121c24b251241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0820a02d444b9" /><Relationship Type="http://schemas.openxmlformats.org/officeDocument/2006/relationships/notesSlide" Target="/ppt/notesSlides/notesSlide5.xml" Id="R5da2cc36531f4d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6a79b49d64aa1" /><Relationship Type="http://schemas.openxmlformats.org/officeDocument/2006/relationships/notesSlide" Target="/ppt/notesSlides/notesSlide6.xml" Id="Rd45524a6ba5d47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6df4a04ad4522" /><Relationship Type="http://schemas.openxmlformats.org/officeDocument/2006/relationships/notesSlide" Target="/ppt/notesSlides/notesSlide7.xml" Id="R590751b61b7f4c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0d3056be948d2" /><Relationship Type="http://schemas.openxmlformats.org/officeDocument/2006/relationships/notesSlide" Target="/ppt/notesSlides/notesSlide8.xml" Id="R1744164c44124b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5985fe67f436f" /><Relationship Type="http://schemas.openxmlformats.org/officeDocument/2006/relationships/notesSlide" Target="/ppt/notesSlides/notesSlide9.xml" Id="R9af7be91027f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26c8f7fba4ca0" /><Relationship Type="http://schemas.openxmlformats.org/officeDocument/2006/relationships/notesSlide" Target="/ppt/notesSlides/notesSlide10.xml" Id="R6a4a0408ab4946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81DA7-0793-4948-BDBB-D0B62E31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4C09E-DE35-43BD-B564-2F3A0313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OBJECT_CONNECT / 新人向けガイド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F6D90-B7AC-497D-9C5A-A6B708A2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7715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データから遊びが</a:t>
            </a:r>
          </a:p>
          <a:p xmlns:a="http://schemas.openxmlformats.org/drawingml/2006/main">
            <a:pPr algn="l">
              <a:defRPr sz="48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生まれるしくみ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3C384-EA12-408D-8A59-EBDA0A31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CSV・ゲームルール・表示のつながりを、</a:t>
            </a:r>
          </a:p>
          <a:p xmlns:a="http://schemas.openxmlformats.org/drawingml/2006/main">
            <a:pPr algn="l">
              <a:defRPr sz="202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やさしく見ていきます。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005C3-1F84-419F-AD98-4FC1AB26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6097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6E9"/>
          </a:solidFill>
          <a:ln xmlns:a="http://schemas.openxmlformats.org/drawingml/2006/main" w="28575">
            <a:solidFill>
              <a:srgbClr val="861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C5A0B-ACA1-4C2D-8C0A-F778D7F4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24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9DF66-4AF2-4190-892B-6A898E04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2410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61B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AA75C-5942-43B8-A166-89A9918B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D4E22-4451-45BD-9C7F-1E9D435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線のつながりを、データで組み立てる</a:t>
            </a:r>
          </a:p>
        </p:txBody>
      </p:sp>
    </p:spTree>
    <p:extLst>
      <p:ext uri="{BB962C8B-B14F-4D97-AF65-F5344CB8AC3E}">
        <p14:creationId xmlns:p14="http://schemas.microsoft.com/office/powerpoint/2010/main" val="272493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F0A7B-A59B-4543-9EF2-90E4A8BD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しくみを知る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AD86F-4D8A-4177-A514-F67CFDED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まず、この流れを覚えれば大丈夫です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E8948-E523-48B6-BC30-7B659B2A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F22E9-BD40-4BC5-98BC-68CAEFA3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91FB0-B616-4882-ACB2-4F92C148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8743C-115A-4C37-96D7-369D93AB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3367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B3EBE-1C98-4D04-B3AB-510A53F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CFB4C-09E0-4946-8C77-2E567EE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3367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B9358-0A05-442D-A485-2F866A1C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3367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9A7D5-5836-4F32-8AA7-1E9E9C0C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3367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7C037-A597-43F6-95BE-7F4C2A5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270DD-346E-4C18-9A92-DE6B7E45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76F45-3EB9-42C2-A951-180B4A5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レベルとノードのデータ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B0EF8-2D09-40DC-93EE-83B79C46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1C3CE-7C94-46B6-AC34-D136D92C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47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Loader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C909B-2B9B-41BB-A57D-845F3224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読み込んでまとめる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1FC18-8BD8-44C2-858C-222D9A96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D9C1B-4790-4ED5-9A0F-18EB544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47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Definition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6DD9F-50FB-4DBA-901E-700CDB28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読み込み後のレベルデータ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34F2C-FCE8-41CD-B99C-F8204A0E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E9"/>
          </a:solidFill>
          <a:ln xmlns:a="http://schemas.openxmlformats.org/drawingml/2006/main" w="19050">
            <a:solidFill>
              <a:srgbClr val="861B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64A82-0225-4F19-B206-BF6B0A48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PuzzleBoard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4B326-F462-4533-9E74-EF99DB8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ルールと状態を管理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B33E5-9997-414B-859E-FCD3557E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36837-5FE8-4B30-A6C9-330F24F3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47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E8511-913F-48A3-A945-554CB753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表示用の読み取り結果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B9D3C-8590-4C63-B13D-E057716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6695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216ED-C06C-47E0-8B14-61282AEE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47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43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Renderer /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0D97E-655F-4142-8238-3D815A66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画面に描く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7A217-C71E-4AA3-A2C0-8A264DE0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81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F9A785-0859-4389-90ED-43FA7ECC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表示側は状態を変えません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E09360-FC3E-493B-9D2D-7DD87457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問題が起きたら、左から順に確認すると原因を見つけやすくなります。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127675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298EA9-4277-4425-A2A3-4F41D72E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しくみを知る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E9E5C-FA20-40B2-92F7-74F9FB8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ルールを決める場所と、見せる場所は分かれています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51FB4-8B93-42BE-BFEB-17067E6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7C7FF-630A-4A92-9D2B-91D7DD2D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B7E6B-F84C-4947-9AD8-0B0B36CF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6D567-6E94-4230-A737-4AB1264A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CCA55-0585-428A-B24B-718035FF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990F6-AC3E-49EA-91CB-4636759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ゲームエンジンに依存しない部分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EA5AB-380A-45D4-BC06-CDACFEE2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C5D2B-ED3C-4ECB-A013-48B987BB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CSVを読み、PuzzleDefinitionを作る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5D0CB-CAAC-44A2-A102-44459973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41930-A88F-46A4-8EE3-8A23E51A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PuzzleBoardが接続・長さ・有効状態を管理する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B3300-5C3B-4596-88F3-A7B0AE8D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05CEC-05B0-477A-B26A-79E48253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BloodTentacleが線の動きを計算する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95AE-DFE2-4746-BC48-BFF5F1F7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5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C1E81-461E-4E15-8B71-E3AF33A5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GPUなしでテストできる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A5FAA-46B7-41FB-A957-77CC06F5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192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F0B49-CC20-4054-907C-9E106F91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入力と画面を担当する部分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CF467-C24A-420F-A007-25A9B6FE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851D1-541C-4D68-AFFA-9E2543F1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Gameが画面とレベルのセッションをまとめる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FDEF76-3965-4406-A2F5-39976FAD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0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15CBB-183D-492E-85A9-6550A60D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InputSystemがマウス操作を渡す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062FB-72EA-490F-91BA-47515871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52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00D9B-F7DA-4476-A5E9-7F78CCB5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描画処理はSnapshotを読んで描く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F91A7-6E06-41FD-853C-901EB5C2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05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53B2FC-F758-4654-B438-0E623959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UIが残りの長さやメニューを見せる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969D1-69B0-4EA0-AD1B-85928B94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E9"/>
          </a:solidFill>
          <a:ln xmlns:a="http://schemas.openxmlformats.org/drawingml/2006/main" w="9525">
            <a:solidFill>
              <a:srgbClr val="861B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4CCD6E-3948-4502-B66E-3508FEEB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007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Snapshot が、ルールの結果だけを表示側へ渡します。</a:t>
            </a:r>
          </a:p>
        </p:txBody>
      </p:sp>
    </p:spTree>
    <p:extLst>
      <p:ext uri="{BB962C8B-B14F-4D97-AF65-F5344CB8AC3E}">
        <p14:creationId xmlns:p14="http://schemas.microsoft.com/office/powerpoint/2010/main" val="795155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E50E2B-0312-44B0-82D2-447872DB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データを知る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E9507-DCED-41A4-B324-4B6F4F7F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3つのCSVは、それぞれ違う仕事を持っています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86400-65FF-4C06-9516-988E4E8E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AA49C-028A-42EF-8433-863C7236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3A9E3-34DC-4DAB-804B-EAD61D7B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44C07-C57A-4196-8456-937D8678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335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1FC8-3ECB-4262-8459-77696474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ACBE1-7FC5-4DD4-88A3-5CC3FDD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78891-D0C9-4D72-B5B1-72125176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027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417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71417"/>
                </a:solidFill>
                <a:latin typeface="Consolas"/>
                <a:ea typeface="Consolas"/>
                <a:cs typeface="Consolas"/>
              </a:rPr>
              <a:t>levels.csv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2E229-8657-43DD-9CB8-7DE6CB1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レベル全体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88E58-FD42-45E1-B8E6-76AC6341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1EE26-22D4-4D33-9CDE-07CA87D1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レベルIDと名前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5B4F2-0BF4-43DA-8858-83C26264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8ABDC-62F8-4CD2-8351-614AF896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map_path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31951-A743-41C9-BA01-652FBCE7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AE8A8-02F9-486E-B402-05A11A20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total_length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1B32C-ED37-450B-8668-5A2EC364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F1A9A-95EF-4FA3-8760-6F0903AD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next_level_id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F7E8E-D1FF-4301-ABEC-0065FF6C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24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42BED-B1D3-4014-A957-592DE976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0027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417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71417"/>
                </a:solidFill>
                <a:latin typeface="Consolas"/>
                <a:ea typeface="Consolas"/>
                <a:cs typeface="Consolas"/>
              </a:rPr>
              <a:t>nodes.csv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BDAF4-F4E5-469C-9854-21DB52E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81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使い回せるひな形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E330D-59FD-4958-A21B-D11F8C74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B39A6-D2E4-423D-976A-6FB72C58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8137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node_type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B1CF4-4DED-48A7-9393-F3228365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52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DB2E2-A055-42C4-94F2-B3BE5EF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67150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画像と大きさ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A3C1C-264D-4D53-A22F-E21457DA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38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54F0EB-72C0-4FF0-A8D7-D2578F17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5292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名前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110A5-69D4-46AE-A1B0-8AB2EDBB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24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A84A8-EBC2-444B-8A7F-73C0A593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38700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標準の容量と長さ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C662BF-84DE-4C2F-B298-354ED990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24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D6C08-0D57-40BB-BB5C-7765385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027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417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71417"/>
                </a:solidFill>
                <a:latin typeface="Consolas"/>
                <a:ea typeface="Consolas"/>
                <a:cs typeface="Consolas"/>
              </a:rPr>
              <a:t>maps/&lt;level&gt;.csv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E07414-0067-4C76-A5EC-C370E26A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このレベルの配置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BB01B6-146E-405B-BAAF-2A7B7078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3D2B9-01BC-4220-95E5-6BBFD287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8137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instance_id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E93F16-162C-4D57-BE3E-C81EEF9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52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160F45-8A25-40B4-9B11-0EE30EC2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位置（tile_x / tile_y）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2510BE-A5A9-49E7-BA7E-650417E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35A240-68D6-413D-881A-EAA41A81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5292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ひな形から上書きする値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FBC0EC-F7A5-4D37-8BE8-239E4526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24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682D08-D0BC-4AA2-9FFF-8A32773C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38700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置くノードの一覧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1106C5-5B62-477D-8A9B-CD7D0A82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007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mapには接続先を書きません。線はプレイヤーがゲーム中に選びます。</a:t>
            </a:r>
          </a:p>
        </p:txBody>
      </p:sp>
    </p:spTree>
    <p:extLst>
      <p:ext uri="{BB962C8B-B14F-4D97-AF65-F5344CB8AC3E}">
        <p14:creationId xmlns:p14="http://schemas.microsoft.com/office/powerpoint/2010/main" val="1752286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481BC-BCF8-46CB-A225-A3F1FFC1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データを知る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7B981-467E-4B67-AEE3-B7D0C1D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map に書いた値を優先します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7B17E-FA52-4604-8E83-63E1758E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7B928-71B1-489C-A57A-13F2EBA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3534B-49A9-4768-BFB6-73F3EDB5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C2E90-299A-41F2-829E-5EAD64C7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43200"/>
            <a:ext cx="2476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A1B4A-1E31-4E09-882F-BAC330BF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48125"/>
            <a:ext cx="2476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DB546-56D4-4238-9C2F-A6F0AD0B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5735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F4B03-288F-4E8B-8B34-1559811A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38325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nodes.csv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BF7F4-539A-495B-8ABF-42CE9455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479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organ_follow の標準値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BF9C7-0B10-48D6-B38C-BDAB275F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E9"/>
          </a:solidFill>
          <a:ln xmlns:a="http://schemas.openxmlformats.org/drawingml/2006/main" w="19050">
            <a:solidFill>
              <a:srgbClr val="861B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51E0C-FA53-4AC6-8F49-F94E27A7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90875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map.csv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6FF7E-4096-4CDD-BD0B-ED40BB9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LUNG の位置と容量を上書き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302B9-57BA-4433-94FB-46A52882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6245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52B6B-DA3E-4030-977C-DA4A2AD2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43425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できあがったノード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50546-30C5-40EB-B27F-86803DBD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PuzzleBoardが使う最終結果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53B28-D885-4EFC-B9AB-AE1D8536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526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覚えることは4つです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B1195-FB20-44DF-BB77-A562CF89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33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45C57-A1A7-449B-B136-0D928AE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501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最初にpresetの値をコピーします。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D7FD8-B5CE-4146-A4B4-C3460ED6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1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A1BE1-EF25-4E3F-B192-6577CFA7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501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map に書かれた値で上書きします。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D0004-766D-4F3B-9F5A-32114894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29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F33AC-F4EC-4ABA-8D37-3DA846ED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43325"/>
            <a:ext cx="501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tile_x / tile_yがないノードは、表示も判定もされません。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5641D-2719-4D20-A0EB-0D0439A1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9E0D3-227F-4268-9952-ED28A7E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91025"/>
            <a:ext cx="501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preset を指定した行では、空欄は『preset の値を使う』という意味です。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77E92-805D-4587-BCD9-095EB436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95900"/>
            <a:ext cx="5314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97929-285C-43E9-9EF4-67178EE7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149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例：ORGAN → 名前だけ LUNG に変える</a:t>
            </a:r>
          </a:p>
        </p:txBody>
      </p:sp>
    </p:spTree>
    <p:extLst>
      <p:ext uri="{BB962C8B-B14F-4D97-AF65-F5344CB8AC3E}">
        <p14:creationId xmlns:p14="http://schemas.microsoft.com/office/powerpoint/2010/main" val="420007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61CB45-E8CB-4359-B2EC-A8C48DC3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ルールを知る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EACB5-B18C-4765-BDB0-B57F7B4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プログラムが知っているノードは4種類だけです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F9485-DF1A-4529-9424-EA5E77C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1CC12-FDDB-416C-93C1-6426CD3C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B0A32-586E-4985-AE27-91AA54E2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B3793-4316-4707-AD0F-855243B0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F3D15-B6AE-40A7-9CAC-6EE08175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98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1B2B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861B2B"/>
                </a:solidFill>
                <a:latin typeface="Consolas"/>
                <a:ea typeface="Consolas"/>
                <a:cs typeface="Consolas"/>
              </a:rPr>
              <a:t>ROOT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8F46C-E3BF-4991-82F8-8F3D980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出発点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1B6FC-7368-42EF-B170-0CC75853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最初から有効</a:t>
            </a:r>
          </a:p>
          <a:p xmlns:a="http://schemas.openxmlformats.org/drawingml/2006/main">
            <a:pPr algn="l">
              <a:def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線を出せます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73A1C-A5A0-40E1-A330-BBD06EDE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97B57-D305-45D7-B743-DDB00EBE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47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70CCD-24B9-40A1-8F7D-A8F73479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98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6C2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9A6C2F"/>
                </a:solidFill>
                <a:latin typeface="Consolas"/>
                <a:ea typeface="Consolas"/>
                <a:cs typeface="Consolas"/>
              </a:rPr>
              <a:t>FOLLOW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1597E-DB72-425E-98B8-733A668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8612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中継点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6857C-EC61-4B81-88F9-A2B94DFA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5762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最初は休止</a:t>
            </a:r>
          </a:p>
          <a:p xmlns:a="http://schemas.openxmlformats.org/drawingml/2006/main">
            <a:pPr algn="l">
              <a:def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接続されると有効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D7FBC-455A-4A83-9E8F-FCEB7EC3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F1BD1-23A7-44AA-B75F-F0DCEE2E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DB9D3-8CDC-440B-BC0F-47931E7C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98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C4B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315C4B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DE13F-A355-4A93-B638-69C9CC81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8612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ゴール地点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77979-67D4-4EE8-99A9-6BDE1831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5762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線を受け入れます</a:t>
            </a:r>
          </a:p>
          <a:p xmlns:a="http://schemas.openxmlformats.org/drawingml/2006/main">
            <a:pPr algn="l">
              <a:def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全部有効でクリア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B8FB5-30C9-462E-BEDA-57BE72E4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CBA69-C785-4493-8B0D-A3724DE2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47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4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F5D16-B125-4E0C-945E-54503B3D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C4A4B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C4A4B"/>
                </a:solidFill>
                <a:latin typeface="Consolas"/>
                <a:ea typeface="Consolas"/>
                <a:cs typeface="Consolas"/>
              </a:rPr>
              <a:t>DEAD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D71BF-7657-42D8-9269-34CFADC5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8612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障害物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71DDC-5409-44F5-B460-1C1EFCD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5762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接続できません</a:t>
            </a:r>
          </a:p>
          <a:p xmlns:a="http://schemas.openxmlformats.org/drawingml/2006/main">
            <a:pPr algn="l">
              <a:def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接続をさえぎります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88650-6023-4211-BD1E-9E1B28F1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67325"/>
            <a:ext cx="9105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E9"/>
          </a:solidFill>
          <a:ln xmlns:a="http://schemas.openxmlformats.org/drawingml/2006/main" w="9525">
            <a:solidFill>
              <a:srgbClr val="861B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24722-FE6F-4898-AA82-8A124F52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959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『心臓』『肺』『脳』などの見た目（名前と画像ファイル）はCSVで決めます。</a:t>
            </a:r>
          </a:p>
        </p:txBody>
      </p:sp>
    </p:spTree>
    <p:extLst>
      <p:ext uri="{BB962C8B-B14F-4D97-AF65-F5344CB8AC3E}">
        <p14:creationId xmlns:p14="http://schemas.microsoft.com/office/powerpoint/2010/main" val="699685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955F2-DC46-4211-9A10-5F3974D8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ルールを知る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F1CE5-8056-49A2-99E6-3B4ECE76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接続されると、そのノードが有効になります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D3833-B0B3-43AF-A4CA-6437061D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47192-E876-40D3-BD57-D811D052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ECB4A-2820-4E16-AAB2-2996E4D1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EC6DE-F464-4654-AA1C-343C2967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接続例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F477D-6F80-4224-A594-1C40AD72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38400"/>
            <a:ext cx="704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3B849-9B4B-4A1B-BC75-7E065772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38400"/>
            <a:ext cx="704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solidFill>
              <a:srgbClr val="861B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1F4F6-122D-4519-A861-BB145F8C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2247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E9"/>
          </a:solidFill>
          <a:ln xmlns:a="http://schemas.openxmlformats.org/drawingml/2006/main" w="19050">
            <a:solidFill>
              <a:srgbClr val="861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7CD5A-62BD-4E56-8D88-DFF742D9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193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ROOT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2D677-7DB1-43C5-A62A-88B57FE4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最初から有効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952E0-DF3C-4EAF-BA7E-5E7488EC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486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7E162-1B29-40BF-A147-B3001E4E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19325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FOLLOW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A9154-9201-4F91-996A-D24C2678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線が入ると有効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DC974-DF1D-4186-8502-2E02C91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247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F8A19-A312-4FB5-8294-B09F2B55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193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ED3DA-E7EF-413A-8F25-2B4EF0DF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線が入ると有効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F9634-14DC-4CBF-8CBC-C49A3C55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線を出せる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9DD30-38FA-4547-8228-313E980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有効になると線を出せる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5A709-0D61-4449-A7CF-5BF85FA9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線は出せない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0771C-C1E2-4B6B-81DD-2AC8C702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27E9D-A7FF-4EAD-9CF7-77D44693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24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B0AE8-6DC9-4C8D-984E-94EE3A62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max_outgoing を2以上にすると、同じノードから分岐できます。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6D73B-05FB-4F2E-ADCB-E73A04F2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3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925F1-B2C9-4B4C-A944-6A7160A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max_incoming を2以上にすると、複数の線を受け入れられます。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19517-6D4A-4F68-9A18-FE7C6FD1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53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115D7-333F-480F-A905-0071EC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自分自身・同じ向きの重複・循環・容量オーバーは接続できません。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0A7F1-7D86-47FC-A33C-DF10EC62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4835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配置されたENDが1つ以上あり、すべて有効になるとクリアです。</a:t>
            </a:r>
          </a:p>
        </p:txBody>
      </p:sp>
    </p:spTree>
    <p:extLst>
      <p:ext uri="{BB962C8B-B14F-4D97-AF65-F5344CB8AC3E}">
        <p14:creationId xmlns:p14="http://schemas.microsoft.com/office/powerpoint/2010/main" val="1932865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D74C5-349A-4FC8-B1D9-EE2A64CB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長さを知る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D29FA-9053-4137-BA27-9F460C73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長さは『全体』と『接続元』の2か所で守ります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7461B-00DE-43EF-88C4-FA5F8470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6A87D-AF0D-4C54-86B7-BDC8A73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31062-1CE8-4EAC-9F66-D5A1C3B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95DB2-529C-4009-BEFB-FB5A994C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レベル全体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8D4C4-FB60-4853-8E0C-88E29FDA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接続済み ＋ プレビュー ＋ 残り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58403-E4F2-4E99-BDEE-A1A15467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E0E19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4E0E19"/>
                </a:solidFill>
                <a:latin typeface="Consolas"/>
                <a:ea typeface="Consolas"/>
                <a:cs typeface="Consolas"/>
              </a:rPr>
              <a:t>＝  total_length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A743A-E1C8-4BE2-A2A0-219479C9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334B1-E71F-45FF-89E5-72A71899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選んだ接続元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D818-1366-4146-8423-8B2B5394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そのノードの接続済み ＋ プレビュー ＋ 残り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6C627-B5A7-4422-B772-02BD3766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0E19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4E0E19"/>
                </a:solidFill>
                <a:latin typeface="Consolas"/>
                <a:ea typeface="Consolas"/>
                <a:cs typeface="Consolas"/>
              </a:rPr>
              <a:t>＝  max_outgoing_length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9CA82-80A8-450D-93EE-A13B3CA7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38650"/>
            <a:ext cx="9448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E9"/>
          </a:solidFill>
          <a:ln xmlns:a="http://schemas.openxmlformats.org/drawingml/2006/main" w="19050">
            <a:solidFill>
              <a:srgbClr val="861B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E8C87-6324-4E0C-9700-427A516A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実際に使える長さ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BAD2D-B722-46D3-BF8D-1349B837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577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全体の残り と 接続元の残り の、小さいほう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84C34-617D-4509-924D-9B3790C9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388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ドラッグ中に確保した長さは、カーソルを戻しても短くなりません。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7875000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6BB48-4EC8-4801-A20B-06DC010C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操作を知る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D5EED-041C-4EDA-A261-1F0FA2D8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ドラッグは、接続が確定するか、線が戻るかで終わります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91A3C-EAF6-4DEA-8989-B3656FE2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AA748-D275-471F-9500-C4297FB0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5CC3F-4963-43C5-834E-7942A6C8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5ACEB-5DD6-49CC-B913-74C77EAE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4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C8150-4EFE-4384-957E-286CAADF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1A984-A4CC-4209-8D36-96C0533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2AD65-21CB-462C-A74E-7F333B9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07FEF-94F9-436E-B7D1-DB9D0A2D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95E59-197B-4EFB-9DD0-82F17CD4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接続元を押す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02F9C-19B0-4625-8349-B065A4F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光っているノードから</a:t>
            </a:r>
          </a:p>
          <a:p xmlns:a="http://schemas.openxmlformats.org/drawingml/2006/main">
            <a:pPr algn="l">
              <a:def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仮の線を出します。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4B8B5-5920-459A-9EAA-1A05861E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62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2BDA1-3199-4CCB-AA84-3158B3B7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528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ドラッグする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BA45D-B874-4873-8DDC-98D5093F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距離に合わせて</a:t>
            </a:r>
          </a:p>
          <a:p xmlns:a="http://schemas.openxmlformats.org/drawingml/2006/main">
            <a:pPr algn="l">
              <a:def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予約する長さが増えます。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7DF48-0BC8-41D8-A500-CBA95F9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FCA69-1978-45CF-B737-9717B937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528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ボタンを放す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75DE9-A128-450B-876C-0A5FF403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05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接続できれば確定。</a:t>
            </a:r>
          </a:p>
          <a:p xmlns:a="http://schemas.openxmlformats.org/drawingml/2006/main">
            <a:pPr algn="l">
              <a:def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失敗なら線が戻ります。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DD814-0A90-4D21-B06B-C635717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10058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5E99B-676D-47BA-9AFD-C995C49E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1B2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861B2B"/>
                </a:solidFill>
                <a:latin typeface="Consolas"/>
                <a:ea typeface="Consolas"/>
                <a:cs typeface="Consolas"/>
              </a:rPr>
              <a:t>DEAD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93375-7627-4334-A6D4-B585E29B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カーソルをDEADの向こう側へ動かすと、線の先端は手前で止まります。</a:t>
            </a:r>
          </a:p>
          <a:p xmlns:a="http://schemas.openxmlformats.org/drawingml/2006/main">
            <a:pPr algn="l">
              <a:defRPr sz="135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接続を確定する前にも、直線を確認します。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03E88-C044-41CB-ACFF-4CD30914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7150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※ 血管の中間粒子とDEADの完全な物理衝突は、まだありません。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398886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E89140-6EBD-4C0F-B059-02BD0794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861B2B"/>
                </a:solidFill>
                <a:latin typeface="Yu Gothic"/>
                <a:ea typeface="Yu Gothic"/>
                <a:cs typeface="Yu Gothic"/>
              </a:rPr>
              <a:t>やってみる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FB0AB-26B9-4AB7-8C27-46CA0ACC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最初の作業は、この順番なら安心です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EB71B-8547-446C-997C-1282D093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E12D1-CE58-405E-936D-948D424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OBJECT_CONNECT / NEWCOMER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9830B-8EC8-4A22-BC55-1738C1AB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1EAAF-63E2-41D7-B217-C9D8543B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レベルを変更する5ステップ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87165-2B75-45C1-98F1-03876152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B2B"/>
          </a:solidFill>
          <a:ln xmlns:a="http://schemas.openxmlformats.org/drawingml/2006/main" w="9525">
            <a:solidFill>
              <a:srgbClr val="861B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B0938-C68A-423E-88D0-9EACCB7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0DC8E-6181-45C7-9BF0-12DF0A6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必要なら nodes.csv にひな形（preset）を追加する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0EDAF-128A-4EF1-AB9A-86366CD2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690AF-B147-4EA1-BED8-71769162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07909-3C98-49A8-88E0-3E372324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map CSV にノードと位置を追加する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65D39-6595-4258-8F7D-6535D520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0C0EC-8B4B-4554-9E7E-5C0BCDA2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BF459-5FB3-4CD6-B4A9-318A3295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99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新しいレベルなら levels.csv に1行追加する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9E51B-0514-4AAB-BB5F-B343DDEB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D48B5-C46E-4FFA-B05E-B2092886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F155E-9EC0-4D64-8A2D-165548B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576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8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表示・有効状態・長さ・接続・クリアを遊んで確認する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87A5D-CE04-49D3-A1EC-F13D797B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0"/>
          </a:solidFill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8B887-9A0E-471A-ADFA-A6A1667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625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D7F62-FFEC-4F2D-83FB-769AE09D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Debug / Release のCoreTestsを実行する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7EDAF-2608-4A72-8C5E-22EC2399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25005-20B2-470F-9B47-48FCD33F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57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1417"/>
                </a:solidFill>
                <a:latin typeface="Yu Gothic"/>
                <a:ea typeface="Yu Gothic"/>
                <a:cs typeface="Yu Gothic"/>
              </a:rPr>
              <a:t>困ったときに見る場所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16B23-54F1-42DB-8A9B-37A832D3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データの形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D453A-9C52-4674-85A7-855B6B06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0E19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E0E19"/>
                </a:solidFill>
                <a:latin typeface="Consolas"/>
                <a:ea typeface="Consolas"/>
                <a:cs typeface="Consolas"/>
              </a:rPr>
              <a:t>PuzzleData.hpp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56AE9-92CF-4944-904E-59131155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CSVの読み込み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26F64-2FED-4E43-B229-5684207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0E19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E0E19"/>
                </a:solidFill>
                <a:latin typeface="Consolas"/>
                <a:ea typeface="Consolas"/>
                <a:cs typeface="Consolas"/>
              </a:rPr>
              <a:t>PuzzleCatalogLoader.cpp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8A9A4-EF1E-42F5-910B-DF31362C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接続と長さ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691398-1E4C-48D0-B4CB-644620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0E19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E0E19"/>
                </a:solidFill>
                <a:latin typeface="Consolas"/>
                <a:ea typeface="Consolas"/>
                <a:cs typeface="Consolas"/>
              </a:rPr>
              <a:t>PuzzleBoard.cpp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656F9B-AB76-461B-9D44-F5277094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画面との組み立て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B73076-6EE1-4E53-9EA3-98974DC1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0E19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E0E19"/>
                </a:solidFill>
                <a:latin typeface="Consolas"/>
                <a:ea typeface="Consolas"/>
                <a:cs typeface="Consolas"/>
              </a:rPr>
              <a:t>Game.cpp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E4451-31F4-42C3-AA4C-FD451CAF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5E63"/>
                </a:solidFill>
                <a:latin typeface="Yu Gothic"/>
                <a:ea typeface="Yu Gothic"/>
                <a:cs typeface="Yu Gothic"/>
              </a:rPr>
              <a:t>表示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010EF-F14C-480E-B4FA-BA1F1E5D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0E19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E0E19"/>
                </a:solidFill>
                <a:latin typeface="Consolas"/>
                <a:ea typeface="Consolas"/>
                <a:cs typeface="Consolas"/>
              </a:rPr>
              <a:t>PuzzleRenderer.cpp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7282E6-7BB6-4CC0-B07C-BA1AE58E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0"/>
            <a:ext cx="4591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E9"/>
          </a:solidFill>
          <a:ln xmlns:a="http://schemas.openxmlformats.org/drawingml/2006/main" w="9525">
            <a:solidFill>
              <a:srgbClr val="861B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224F96-0725-4D14-9D2B-2201E5F1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53075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4E0E19"/>
                </a:solidFill>
                <a:latin typeface="Yu Gothic"/>
                <a:ea typeface="Yu Gothic"/>
                <a:cs typeface="Yu Gothic"/>
              </a:rPr>
              <a:t>まずはCSVの1行から始めましょう。</a:t>
            </a:r>
          </a:p>
        </p:txBody>
      </p:sp>
    </p:spTree>
    <p:extLst>
      <p:ext uri="{BB962C8B-B14F-4D97-AF65-F5344CB8AC3E}">
        <p14:creationId xmlns:p14="http://schemas.microsoft.com/office/powerpoint/2010/main" val="1484450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2026-09-02T11:36:01.6790000Z</dcterms:created>
  <dcterms:modified xsi:type="dcterms:W3CDTF">2026-09-02T11:36:01.6790000Z</dcterms:modified>
</coreProperties>
</file>